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6" d="100"/>
          <a:sy n="56" d="100"/>
        </p:scale>
        <p:origin x="-1740" y="-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699" y1="12305" x2="16699" y2="12305"/>
                        <a14:foregroundMark x1="15137" y1="19336" x2="15137" y2="19336"/>
                        <a14:foregroundMark x1="18555" y1="20898" x2="18555" y2="20898"/>
                        <a14:foregroundMark x1="23145" y1="23438" x2="23145" y2="23438"/>
                        <a14:foregroundMark x1="40527" y1="23242" x2="40527" y2="23242"/>
                        <a14:foregroundMark x1="43164" y1="23047" x2="43164" y2="23047"/>
                        <a14:foregroundMark x1="41211" y1="15234" x2="41211" y2="15234"/>
                        <a14:foregroundMark x1="57324" y1="21289" x2="57324" y2="21289"/>
                        <a14:foregroundMark x1="60156" y1="21973" x2="60156" y2="21973"/>
                        <a14:foregroundMark x1="58984" y1="15723" x2="58984" y2="15723"/>
                        <a14:foregroundMark x1="58984" y1="18066" x2="58984" y2="18066"/>
                        <a14:foregroundMark x1="57715" y1="27930" x2="57715" y2="27930"/>
                        <a14:foregroundMark x1="51074" y1="29199" x2="51074" y2="29199"/>
                        <a14:foregroundMark x1="82520" y1="18262" x2="82520" y2="18262"/>
                        <a14:foregroundMark x1="78809" y1="17383" x2="78809" y2="17383"/>
                        <a14:foregroundMark x1="76855" y1="16992" x2="76855" y2="16992"/>
                        <a14:foregroundMark x1="76270" y1="19531" x2="76270" y2="19531"/>
                        <a14:foregroundMark x1="75977" y1="21289" x2="75977" y2="21289"/>
                        <a14:foregroundMark x1="75781" y1="23438" x2="75781" y2="23438"/>
                        <a14:foregroundMark x1="95410" y1="27734" x2="95410" y2="27734"/>
                        <a14:foregroundMark x1="73828" y1="11621" x2="73828" y2="11621"/>
                        <a14:foregroundMark x1="75586" y1="11816" x2="75586" y2="11816"/>
                        <a14:foregroundMark x1="77344" y1="11816" x2="77344" y2="11816"/>
                        <a14:foregroundMark x1="19434" y1="71875" x2="19434" y2="71875"/>
                        <a14:foregroundMark x1="48730" y1="66699" x2="48730" y2="66699"/>
                        <a14:foregroundMark x1="76465" y1="63477" x2="76465" y2="63477"/>
                        <a14:foregroundMark x1="91504" y1="57227" x2="91504" y2="57227"/>
                        <a14:foregroundMark x1="19434" y1="54883" x2="19434" y2="54883"/>
                        <a14:foregroundMark x1="22266" y1="58105" x2="22266" y2="58105"/>
                        <a14:foregroundMark x1="15625" y1="53516" x2="15625" y2="53516"/>
                        <a14:foregroundMark x1="11914" y1="54883" x2="11914" y2="54883"/>
                        <a14:foregroundMark x1="9766" y1="58496" x2="9766" y2="58496"/>
                        <a14:foregroundMark x1="10645" y1="61914" x2="10645" y2="61914"/>
                        <a14:foregroundMark x1="44629" y1="59375" x2="44629" y2="59375"/>
                        <a14:foregroundMark x1="57910" y1="74023" x2="57910" y2="74023"/>
                        <a14:foregroundMark x1="54688" y1="74609" x2="54688" y2="74609"/>
                        <a14:foregroundMark x1="58594" y1="55469" x2="58594" y2="55469"/>
                        <a14:foregroundMark x1="59668" y1="63477" x2="59668" y2="63477"/>
                        <a14:foregroundMark x1="56641" y1="68555" x2="56641" y2="68555"/>
                        <a14:foregroundMark x1="54297" y1="68555" x2="54297" y2="68555"/>
                        <a14:foregroundMark x1="44043" y1="58496" x2="44043" y2="58496"/>
                        <a14:backgroundMark x1="91504" y1="16797" x2="91504" y2="16797"/>
                        <a14:backgroundMark x1="88281" y1="19336" x2="88281" y2="19336"/>
                        <a14:backgroundMark x1="84668" y1="19531" x2="84668" y2="19531"/>
                        <a14:backgroundMark x1="86328" y1="21094" x2="86328" y2="21094"/>
                        <a14:backgroundMark x1="87207" y1="22754" x2="87207" y2="22754"/>
                        <a14:backgroundMark x1="93652" y1="24512" x2="93652" y2="24512"/>
                        <a14:backgroundMark x1="92969" y1="29004" x2="92969" y2="29004"/>
                        <a14:backgroundMark x1="22266" y1="14160" x2="22266" y2="14160"/>
                        <a14:backgroundMark x1="19238" y1="14453" x2="19238" y2="14453"/>
                        <a14:backgroundMark x1="74707" y1="16797" x2="74707" y2="16797"/>
                        <a14:backgroundMark x1="44824" y1="67773" x2="44824" y2="67773"/>
                        <a14:backgroundMark x1="56445" y1="57617" x2="56445" y2="57617"/>
                        <a14:backgroundMark x1="52344" y1="56152" x2="52344" y2="56152"/>
                        <a14:backgroundMark x1="56250" y1="59961" x2="56250" y2="59961"/>
                        <a14:backgroundMark x1="56250" y1="62988" x2="56250" y2="62988"/>
                        <a14:backgroundMark x1="59277" y1="67285" x2="59277" y2="67285"/>
                        <a14:backgroundMark x1="59473" y1="70117" x2="59473" y2="70117"/>
                        <a14:backgroundMark x1="54688" y1="71191" x2="54688" y2="71191"/>
                        <a14:backgroundMark x1="54492" y1="66211" x2="54492" y2="66211"/>
                        <a14:backgroundMark x1="57324" y1="67969" x2="57324" y2="67969"/>
                        <a14:backgroundMark x1="57520" y1="69629" x2="57520" y2="69629"/>
                        <a14:backgroundMark x1="55371" y1="70117" x2="55371" y2="70117"/>
                        <a14:backgroundMark x1="44629" y1="59473" x2="4462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6296" r="67778" b="20371"/>
          <a:stretch/>
        </p:blipFill>
        <p:spPr>
          <a:xfrm>
            <a:off x="0" y="3657600"/>
            <a:ext cx="2209800" cy="22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699" y1="12305" x2="16699" y2="12305"/>
                        <a14:foregroundMark x1="15137" y1="19336" x2="15137" y2="19336"/>
                        <a14:foregroundMark x1="18555" y1="20898" x2="18555" y2="20898"/>
                        <a14:foregroundMark x1="23145" y1="23438" x2="23145" y2="23438"/>
                        <a14:foregroundMark x1="40527" y1="23242" x2="40527" y2="23242"/>
                        <a14:foregroundMark x1="43164" y1="23047" x2="43164" y2="23047"/>
                        <a14:foregroundMark x1="41211" y1="15234" x2="41211" y2="15234"/>
                        <a14:foregroundMark x1="57324" y1="21289" x2="57324" y2="21289"/>
                        <a14:foregroundMark x1="60156" y1="21973" x2="60156" y2="21973"/>
                        <a14:foregroundMark x1="58984" y1="15723" x2="58984" y2="15723"/>
                        <a14:foregroundMark x1="58984" y1="18066" x2="58984" y2="18066"/>
                        <a14:foregroundMark x1="57715" y1="27930" x2="57715" y2="27930"/>
                        <a14:foregroundMark x1="51074" y1="29199" x2="51074" y2="29199"/>
                        <a14:foregroundMark x1="82520" y1="18262" x2="82520" y2="18262"/>
                        <a14:foregroundMark x1="78809" y1="17383" x2="78809" y2="17383"/>
                        <a14:foregroundMark x1="76855" y1="16992" x2="76855" y2="16992"/>
                        <a14:foregroundMark x1="76270" y1="19531" x2="76270" y2="19531"/>
                        <a14:foregroundMark x1="75977" y1="21289" x2="75977" y2="21289"/>
                        <a14:foregroundMark x1="75781" y1="23438" x2="75781" y2="23438"/>
                        <a14:foregroundMark x1="95410" y1="27734" x2="95410" y2="27734"/>
                        <a14:foregroundMark x1="73828" y1="11621" x2="73828" y2="11621"/>
                        <a14:foregroundMark x1="75586" y1="11816" x2="75586" y2="11816"/>
                        <a14:foregroundMark x1="77344" y1="11816" x2="77344" y2="11816"/>
                        <a14:foregroundMark x1="19434" y1="71875" x2="19434" y2="71875"/>
                        <a14:foregroundMark x1="48730" y1="66699" x2="48730" y2="66699"/>
                        <a14:foregroundMark x1="76465" y1="63477" x2="76465" y2="63477"/>
                        <a14:foregroundMark x1="91504" y1="57227" x2="91504" y2="57227"/>
                        <a14:foregroundMark x1="19434" y1="54883" x2="19434" y2="54883"/>
                        <a14:foregroundMark x1="22266" y1="58105" x2="22266" y2="58105"/>
                        <a14:foregroundMark x1="15625" y1="53516" x2="15625" y2="53516"/>
                        <a14:foregroundMark x1="11914" y1="54883" x2="11914" y2="54883"/>
                        <a14:foregroundMark x1="9766" y1="58496" x2="9766" y2="58496"/>
                        <a14:foregroundMark x1="10645" y1="61914" x2="10645" y2="61914"/>
                        <a14:foregroundMark x1="44629" y1="59375" x2="44629" y2="59375"/>
                        <a14:foregroundMark x1="57910" y1="74023" x2="57910" y2="74023"/>
                        <a14:foregroundMark x1="54688" y1="74609" x2="54688" y2="74609"/>
                        <a14:foregroundMark x1="58594" y1="55469" x2="58594" y2="55469"/>
                        <a14:foregroundMark x1="59668" y1="63477" x2="59668" y2="63477"/>
                        <a14:foregroundMark x1="56641" y1="68555" x2="56641" y2="68555"/>
                        <a14:foregroundMark x1="54297" y1="68555" x2="54297" y2="68555"/>
                        <a14:foregroundMark x1="44043" y1="58496" x2="44043" y2="58496"/>
                        <a14:backgroundMark x1="91504" y1="16797" x2="91504" y2="16797"/>
                        <a14:backgroundMark x1="88281" y1="19336" x2="88281" y2="19336"/>
                        <a14:backgroundMark x1="84668" y1="19531" x2="84668" y2="19531"/>
                        <a14:backgroundMark x1="86328" y1="21094" x2="86328" y2="21094"/>
                        <a14:backgroundMark x1="87207" y1="22754" x2="87207" y2="22754"/>
                        <a14:backgroundMark x1="93652" y1="24512" x2="93652" y2="24512"/>
                        <a14:backgroundMark x1="92969" y1="29004" x2="92969" y2="29004"/>
                        <a14:backgroundMark x1="22266" y1="14160" x2="22266" y2="14160"/>
                        <a14:backgroundMark x1="19238" y1="14453" x2="19238" y2="14453"/>
                        <a14:backgroundMark x1="74707" y1="16797" x2="74707" y2="16797"/>
                        <a14:backgroundMark x1="44824" y1="67773" x2="44824" y2="67773"/>
                        <a14:backgroundMark x1="56445" y1="57617" x2="56445" y2="57617"/>
                        <a14:backgroundMark x1="52344" y1="56152" x2="52344" y2="56152"/>
                        <a14:backgroundMark x1="56250" y1="59961" x2="56250" y2="59961"/>
                        <a14:backgroundMark x1="56250" y1="62988" x2="56250" y2="62988"/>
                        <a14:backgroundMark x1="59277" y1="67285" x2="59277" y2="67285"/>
                        <a14:backgroundMark x1="59473" y1="70117" x2="59473" y2="70117"/>
                        <a14:backgroundMark x1="54688" y1="71191" x2="54688" y2="71191"/>
                        <a14:backgroundMark x1="54492" y1="66211" x2="54492" y2="66211"/>
                        <a14:backgroundMark x1="57324" y1="67969" x2="57324" y2="67969"/>
                        <a14:backgroundMark x1="57520" y1="69629" x2="57520" y2="69629"/>
                        <a14:backgroundMark x1="55371" y1="70117" x2="55371" y2="70117"/>
                        <a14:backgroundMark x1="44629" y1="59473" x2="4462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790" t="6420" b="65679"/>
          <a:stretch/>
        </p:blipFill>
        <p:spPr>
          <a:xfrm>
            <a:off x="5435599" y="1126066"/>
            <a:ext cx="2277533" cy="19134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699" y1="12305" x2="16699" y2="12305"/>
                        <a14:foregroundMark x1="15137" y1="19336" x2="15137" y2="19336"/>
                        <a14:foregroundMark x1="18555" y1="20898" x2="18555" y2="20898"/>
                        <a14:foregroundMark x1="23145" y1="23438" x2="23145" y2="23438"/>
                        <a14:foregroundMark x1="40527" y1="23242" x2="40527" y2="23242"/>
                        <a14:foregroundMark x1="43164" y1="23047" x2="43164" y2="23047"/>
                        <a14:foregroundMark x1="41211" y1="15234" x2="41211" y2="15234"/>
                        <a14:foregroundMark x1="57324" y1="21289" x2="57324" y2="21289"/>
                        <a14:foregroundMark x1="60156" y1="21973" x2="60156" y2="21973"/>
                        <a14:foregroundMark x1="58984" y1="15723" x2="58984" y2="15723"/>
                        <a14:foregroundMark x1="58984" y1="18066" x2="58984" y2="18066"/>
                        <a14:foregroundMark x1="57715" y1="27930" x2="57715" y2="27930"/>
                        <a14:foregroundMark x1="51074" y1="29199" x2="51074" y2="29199"/>
                        <a14:foregroundMark x1="82520" y1="18262" x2="82520" y2="18262"/>
                        <a14:foregroundMark x1="78809" y1="17383" x2="78809" y2="17383"/>
                        <a14:foregroundMark x1="76855" y1="16992" x2="76855" y2="16992"/>
                        <a14:foregroundMark x1="76270" y1="19531" x2="76270" y2="19531"/>
                        <a14:foregroundMark x1="75977" y1="21289" x2="75977" y2="21289"/>
                        <a14:foregroundMark x1="75781" y1="23438" x2="75781" y2="23438"/>
                        <a14:foregroundMark x1="95410" y1="27734" x2="95410" y2="27734"/>
                        <a14:foregroundMark x1="73828" y1="11621" x2="73828" y2="11621"/>
                        <a14:foregroundMark x1="75586" y1="11816" x2="75586" y2="11816"/>
                        <a14:foregroundMark x1="77344" y1="11816" x2="77344" y2="11816"/>
                        <a14:foregroundMark x1="19434" y1="71875" x2="19434" y2="71875"/>
                        <a14:foregroundMark x1="48730" y1="66699" x2="48730" y2="66699"/>
                        <a14:foregroundMark x1="76465" y1="63477" x2="76465" y2="63477"/>
                        <a14:foregroundMark x1="91504" y1="57227" x2="91504" y2="57227"/>
                        <a14:foregroundMark x1="19434" y1="54883" x2="19434" y2="54883"/>
                        <a14:foregroundMark x1="22266" y1="58105" x2="22266" y2="58105"/>
                        <a14:foregroundMark x1="15625" y1="53516" x2="15625" y2="53516"/>
                        <a14:foregroundMark x1="11914" y1="54883" x2="11914" y2="54883"/>
                        <a14:foregroundMark x1="9766" y1="58496" x2="9766" y2="58496"/>
                        <a14:foregroundMark x1="10645" y1="61914" x2="10645" y2="61914"/>
                        <a14:foregroundMark x1="44629" y1="59375" x2="44629" y2="59375"/>
                        <a14:foregroundMark x1="57910" y1="74023" x2="57910" y2="74023"/>
                        <a14:foregroundMark x1="54688" y1="74609" x2="54688" y2="74609"/>
                        <a14:foregroundMark x1="58594" y1="55469" x2="58594" y2="55469"/>
                        <a14:foregroundMark x1="59668" y1="63477" x2="59668" y2="63477"/>
                        <a14:foregroundMark x1="56641" y1="68555" x2="56641" y2="68555"/>
                        <a14:foregroundMark x1="54297" y1="68555" x2="54297" y2="68555"/>
                        <a14:foregroundMark x1="44043" y1="58496" x2="44043" y2="58496"/>
                        <a14:backgroundMark x1="91504" y1="16797" x2="91504" y2="16797"/>
                        <a14:backgroundMark x1="88281" y1="19336" x2="88281" y2="19336"/>
                        <a14:backgroundMark x1="84668" y1="19531" x2="84668" y2="19531"/>
                        <a14:backgroundMark x1="86328" y1="21094" x2="86328" y2="21094"/>
                        <a14:backgroundMark x1="87207" y1="22754" x2="87207" y2="22754"/>
                        <a14:backgroundMark x1="93652" y1="24512" x2="93652" y2="24512"/>
                        <a14:backgroundMark x1="92969" y1="29004" x2="92969" y2="29004"/>
                        <a14:backgroundMark x1="22266" y1="14160" x2="22266" y2="14160"/>
                        <a14:backgroundMark x1="19238" y1="14453" x2="19238" y2="14453"/>
                        <a14:backgroundMark x1="74707" y1="16797" x2="74707" y2="16797"/>
                        <a14:backgroundMark x1="44824" y1="67773" x2="44824" y2="67773"/>
                        <a14:backgroundMark x1="56445" y1="57617" x2="56445" y2="57617"/>
                        <a14:backgroundMark x1="52344" y1="56152" x2="52344" y2="56152"/>
                        <a14:backgroundMark x1="56250" y1="59961" x2="56250" y2="59961"/>
                        <a14:backgroundMark x1="56250" y1="62988" x2="56250" y2="62988"/>
                        <a14:backgroundMark x1="59277" y1="67285" x2="59277" y2="67285"/>
                        <a14:backgroundMark x1="59473" y1="70117" x2="59473" y2="70117"/>
                        <a14:backgroundMark x1="54688" y1="71191" x2="54688" y2="71191"/>
                        <a14:backgroundMark x1="54492" y1="66211" x2="54492" y2="66211"/>
                        <a14:backgroundMark x1="57324" y1="67969" x2="57324" y2="67969"/>
                        <a14:backgroundMark x1="57520" y1="69629" x2="57520" y2="69629"/>
                        <a14:backgroundMark x1="55371" y1="70117" x2="55371" y2="70117"/>
                        <a14:backgroundMark x1="44629" y1="59473" x2="4462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161" b="67161"/>
          <a:stretch/>
        </p:blipFill>
        <p:spPr>
          <a:xfrm>
            <a:off x="304800" y="533400"/>
            <a:ext cx="2252133" cy="2252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699" y1="12305" x2="16699" y2="12305"/>
                        <a14:foregroundMark x1="15137" y1="19336" x2="15137" y2="19336"/>
                        <a14:foregroundMark x1="18555" y1="20898" x2="18555" y2="20898"/>
                        <a14:foregroundMark x1="23145" y1="23438" x2="23145" y2="23438"/>
                        <a14:foregroundMark x1="40527" y1="23242" x2="40527" y2="23242"/>
                        <a14:foregroundMark x1="43164" y1="23047" x2="43164" y2="23047"/>
                        <a14:foregroundMark x1="41211" y1="15234" x2="41211" y2="15234"/>
                        <a14:foregroundMark x1="57324" y1="21289" x2="57324" y2="21289"/>
                        <a14:foregroundMark x1="60156" y1="21973" x2="60156" y2="21973"/>
                        <a14:foregroundMark x1="58984" y1="15723" x2="58984" y2="15723"/>
                        <a14:foregroundMark x1="58984" y1="18066" x2="58984" y2="18066"/>
                        <a14:foregroundMark x1="57715" y1="27930" x2="57715" y2="27930"/>
                        <a14:foregroundMark x1="51074" y1="29199" x2="51074" y2="29199"/>
                        <a14:foregroundMark x1="82520" y1="18262" x2="82520" y2="18262"/>
                        <a14:foregroundMark x1="78809" y1="17383" x2="78809" y2="17383"/>
                        <a14:foregroundMark x1="76855" y1="16992" x2="76855" y2="16992"/>
                        <a14:foregroundMark x1="76270" y1="19531" x2="76270" y2="19531"/>
                        <a14:foregroundMark x1="75977" y1="21289" x2="75977" y2="21289"/>
                        <a14:foregroundMark x1="75781" y1="23438" x2="75781" y2="23438"/>
                        <a14:foregroundMark x1="95410" y1="27734" x2="95410" y2="27734"/>
                        <a14:foregroundMark x1="73828" y1="11621" x2="73828" y2="11621"/>
                        <a14:foregroundMark x1="75586" y1="11816" x2="75586" y2="11816"/>
                        <a14:foregroundMark x1="77344" y1="11816" x2="77344" y2="11816"/>
                        <a14:foregroundMark x1="19434" y1="71875" x2="19434" y2="71875"/>
                        <a14:foregroundMark x1="48730" y1="66699" x2="48730" y2="66699"/>
                        <a14:foregroundMark x1="76465" y1="63477" x2="76465" y2="63477"/>
                        <a14:foregroundMark x1="91504" y1="57227" x2="91504" y2="57227"/>
                        <a14:foregroundMark x1="19434" y1="54883" x2="19434" y2="54883"/>
                        <a14:foregroundMark x1="22266" y1="58105" x2="22266" y2="58105"/>
                        <a14:foregroundMark x1="15625" y1="53516" x2="15625" y2="53516"/>
                        <a14:foregroundMark x1="11914" y1="54883" x2="11914" y2="54883"/>
                        <a14:foregroundMark x1="9766" y1="58496" x2="9766" y2="58496"/>
                        <a14:foregroundMark x1="10645" y1="61914" x2="10645" y2="61914"/>
                        <a14:foregroundMark x1="44629" y1="59375" x2="44629" y2="59375"/>
                        <a14:foregroundMark x1="57910" y1="74023" x2="57910" y2="74023"/>
                        <a14:foregroundMark x1="54688" y1="74609" x2="54688" y2="74609"/>
                        <a14:foregroundMark x1="58594" y1="55469" x2="58594" y2="55469"/>
                        <a14:foregroundMark x1="59668" y1="63477" x2="59668" y2="63477"/>
                        <a14:foregroundMark x1="56641" y1="68555" x2="56641" y2="68555"/>
                        <a14:foregroundMark x1="54297" y1="68555" x2="54297" y2="68555"/>
                        <a14:foregroundMark x1="44043" y1="58496" x2="44043" y2="58496"/>
                        <a14:backgroundMark x1="91504" y1="16797" x2="91504" y2="16797"/>
                        <a14:backgroundMark x1="88281" y1="19336" x2="88281" y2="19336"/>
                        <a14:backgroundMark x1="84668" y1="19531" x2="84668" y2="19531"/>
                        <a14:backgroundMark x1="86328" y1="21094" x2="86328" y2="21094"/>
                        <a14:backgroundMark x1="87207" y1="22754" x2="87207" y2="22754"/>
                        <a14:backgroundMark x1="93652" y1="24512" x2="93652" y2="24512"/>
                        <a14:backgroundMark x1="92969" y1="29004" x2="92969" y2="29004"/>
                        <a14:backgroundMark x1="22266" y1="14160" x2="22266" y2="14160"/>
                        <a14:backgroundMark x1="19238" y1="14453" x2="19238" y2="14453"/>
                        <a14:backgroundMark x1="74707" y1="16797" x2="74707" y2="16797"/>
                        <a14:backgroundMark x1="44824" y1="67773" x2="44824" y2="67773"/>
                        <a14:backgroundMark x1="56445" y1="57617" x2="56445" y2="57617"/>
                        <a14:backgroundMark x1="52344" y1="56152" x2="52344" y2="56152"/>
                        <a14:backgroundMark x1="56250" y1="59961" x2="56250" y2="59961"/>
                        <a14:backgroundMark x1="56250" y1="62988" x2="56250" y2="62988"/>
                        <a14:backgroundMark x1="59277" y1="67285" x2="59277" y2="67285"/>
                        <a14:backgroundMark x1="59473" y1="70117" x2="59473" y2="70117"/>
                        <a14:backgroundMark x1="54688" y1="71191" x2="54688" y2="71191"/>
                        <a14:backgroundMark x1="54492" y1="66211" x2="54492" y2="66211"/>
                        <a14:backgroundMark x1="57324" y1="67969" x2="57324" y2="67969"/>
                        <a14:backgroundMark x1="57520" y1="69629" x2="57520" y2="69629"/>
                        <a14:backgroundMark x1="55371" y1="70117" x2="55371" y2="70117"/>
                        <a14:backgroundMark x1="44629" y1="59473" x2="4462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469" t="44568" r="30741" b="18272"/>
          <a:stretch/>
        </p:blipFill>
        <p:spPr>
          <a:xfrm>
            <a:off x="2971800" y="3124200"/>
            <a:ext cx="2523068" cy="2548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699" y1="12305" x2="16699" y2="12305"/>
                        <a14:foregroundMark x1="15137" y1="19336" x2="15137" y2="19336"/>
                        <a14:foregroundMark x1="18555" y1="20898" x2="18555" y2="20898"/>
                        <a14:foregroundMark x1="23145" y1="23438" x2="23145" y2="23438"/>
                        <a14:foregroundMark x1="40527" y1="23242" x2="40527" y2="23242"/>
                        <a14:foregroundMark x1="43164" y1="23047" x2="43164" y2="23047"/>
                        <a14:foregroundMark x1="41211" y1="15234" x2="41211" y2="15234"/>
                        <a14:foregroundMark x1="57324" y1="21289" x2="57324" y2="21289"/>
                        <a14:foregroundMark x1="60156" y1="21973" x2="60156" y2="21973"/>
                        <a14:foregroundMark x1="58984" y1="15723" x2="58984" y2="15723"/>
                        <a14:foregroundMark x1="58984" y1="18066" x2="58984" y2="18066"/>
                        <a14:foregroundMark x1="57715" y1="27930" x2="57715" y2="27930"/>
                        <a14:foregroundMark x1="51074" y1="29199" x2="51074" y2="29199"/>
                        <a14:foregroundMark x1="82520" y1="18262" x2="82520" y2="18262"/>
                        <a14:foregroundMark x1="78809" y1="17383" x2="78809" y2="17383"/>
                        <a14:foregroundMark x1="76855" y1="16992" x2="76855" y2="16992"/>
                        <a14:foregroundMark x1="76270" y1="19531" x2="76270" y2="19531"/>
                        <a14:foregroundMark x1="75977" y1="21289" x2="75977" y2="21289"/>
                        <a14:foregroundMark x1="75781" y1="23438" x2="75781" y2="23438"/>
                        <a14:foregroundMark x1="95410" y1="27734" x2="95410" y2="27734"/>
                        <a14:foregroundMark x1="73828" y1="11621" x2="73828" y2="11621"/>
                        <a14:foregroundMark x1="75586" y1="11816" x2="75586" y2="11816"/>
                        <a14:foregroundMark x1="77344" y1="11816" x2="77344" y2="11816"/>
                        <a14:foregroundMark x1="19434" y1="71875" x2="19434" y2="71875"/>
                        <a14:foregroundMark x1="48730" y1="66699" x2="48730" y2="66699"/>
                        <a14:foregroundMark x1="76465" y1="63477" x2="76465" y2="63477"/>
                        <a14:foregroundMark x1="91504" y1="57227" x2="91504" y2="57227"/>
                        <a14:foregroundMark x1="19434" y1="54883" x2="19434" y2="54883"/>
                        <a14:foregroundMark x1="22266" y1="58105" x2="22266" y2="58105"/>
                        <a14:foregroundMark x1="15625" y1="53516" x2="15625" y2="53516"/>
                        <a14:foregroundMark x1="11914" y1="54883" x2="11914" y2="54883"/>
                        <a14:foregroundMark x1="9766" y1="58496" x2="9766" y2="58496"/>
                        <a14:foregroundMark x1="10645" y1="61914" x2="10645" y2="61914"/>
                        <a14:foregroundMark x1="44629" y1="59375" x2="44629" y2="59375"/>
                        <a14:foregroundMark x1="57910" y1="74023" x2="57910" y2="74023"/>
                        <a14:foregroundMark x1="54688" y1="74609" x2="54688" y2="74609"/>
                        <a14:foregroundMark x1="58594" y1="55469" x2="58594" y2="55469"/>
                        <a14:foregroundMark x1="59668" y1="63477" x2="59668" y2="63477"/>
                        <a14:foregroundMark x1="56641" y1="68555" x2="56641" y2="68555"/>
                        <a14:foregroundMark x1="54297" y1="68555" x2="54297" y2="68555"/>
                        <a14:foregroundMark x1="44043" y1="58496" x2="44043" y2="58496"/>
                        <a14:backgroundMark x1="91504" y1="16797" x2="91504" y2="16797"/>
                        <a14:backgroundMark x1="88281" y1="19336" x2="88281" y2="19336"/>
                        <a14:backgroundMark x1="84668" y1="19531" x2="84668" y2="19531"/>
                        <a14:backgroundMark x1="86328" y1="21094" x2="86328" y2="21094"/>
                        <a14:backgroundMark x1="87207" y1="22754" x2="87207" y2="22754"/>
                        <a14:backgroundMark x1="93652" y1="24512" x2="93652" y2="24512"/>
                        <a14:backgroundMark x1="92969" y1="29004" x2="92969" y2="29004"/>
                        <a14:backgroundMark x1="22266" y1="14160" x2="22266" y2="14160"/>
                        <a14:backgroundMark x1="19238" y1="14453" x2="19238" y2="14453"/>
                        <a14:backgroundMark x1="74707" y1="16797" x2="74707" y2="16797"/>
                        <a14:backgroundMark x1="44824" y1="67773" x2="44824" y2="67773"/>
                        <a14:backgroundMark x1="56445" y1="57617" x2="56445" y2="57617"/>
                        <a14:backgroundMark x1="52344" y1="56152" x2="52344" y2="56152"/>
                        <a14:backgroundMark x1="56250" y1="59961" x2="56250" y2="59961"/>
                        <a14:backgroundMark x1="56250" y1="62988" x2="56250" y2="62988"/>
                        <a14:backgroundMark x1="59277" y1="67285" x2="59277" y2="67285"/>
                        <a14:backgroundMark x1="59473" y1="70117" x2="59473" y2="70117"/>
                        <a14:backgroundMark x1="54688" y1="71191" x2="54688" y2="71191"/>
                        <a14:backgroundMark x1="54492" y1="66211" x2="54492" y2="66211"/>
                        <a14:backgroundMark x1="57324" y1="67969" x2="57324" y2="67969"/>
                        <a14:backgroundMark x1="57520" y1="69629" x2="57520" y2="69629"/>
                        <a14:backgroundMark x1="55371" y1="70117" x2="55371" y2="70117"/>
                        <a14:backgroundMark x1="44629" y1="59473" x2="4462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704" t="3951" r="34938" b="61234"/>
          <a:stretch/>
        </p:blipFill>
        <p:spPr>
          <a:xfrm>
            <a:off x="2971800" y="990598"/>
            <a:ext cx="2150533" cy="23876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699" y1="12305" x2="16699" y2="12305"/>
                        <a14:foregroundMark x1="15137" y1="19336" x2="15137" y2="19336"/>
                        <a14:foregroundMark x1="18555" y1="20898" x2="18555" y2="20898"/>
                        <a14:foregroundMark x1="23145" y1="23438" x2="23145" y2="23438"/>
                        <a14:foregroundMark x1="40527" y1="23242" x2="40527" y2="23242"/>
                        <a14:foregroundMark x1="43164" y1="23047" x2="43164" y2="23047"/>
                        <a14:foregroundMark x1="41211" y1="15234" x2="41211" y2="15234"/>
                        <a14:foregroundMark x1="57324" y1="21289" x2="57324" y2="21289"/>
                        <a14:foregroundMark x1="60156" y1="21973" x2="60156" y2="21973"/>
                        <a14:foregroundMark x1="58984" y1="15723" x2="58984" y2="15723"/>
                        <a14:foregroundMark x1="58984" y1="18066" x2="58984" y2="18066"/>
                        <a14:foregroundMark x1="57715" y1="27930" x2="57715" y2="27930"/>
                        <a14:foregroundMark x1="51074" y1="29199" x2="51074" y2="29199"/>
                        <a14:foregroundMark x1="82520" y1="18262" x2="82520" y2="18262"/>
                        <a14:foregroundMark x1="78809" y1="17383" x2="78809" y2="17383"/>
                        <a14:foregroundMark x1="76855" y1="16992" x2="76855" y2="16992"/>
                        <a14:foregroundMark x1="76270" y1="19531" x2="76270" y2="19531"/>
                        <a14:foregroundMark x1="75977" y1="21289" x2="75977" y2="21289"/>
                        <a14:foregroundMark x1="75781" y1="23438" x2="75781" y2="23438"/>
                        <a14:foregroundMark x1="95410" y1="27734" x2="95410" y2="27734"/>
                        <a14:foregroundMark x1="73828" y1="11621" x2="73828" y2="11621"/>
                        <a14:foregroundMark x1="75586" y1="11816" x2="75586" y2="11816"/>
                        <a14:foregroundMark x1="77344" y1="11816" x2="77344" y2="11816"/>
                        <a14:foregroundMark x1="19434" y1="71875" x2="19434" y2="71875"/>
                        <a14:foregroundMark x1="48730" y1="66699" x2="48730" y2="66699"/>
                        <a14:foregroundMark x1="76465" y1="63477" x2="76465" y2="63477"/>
                        <a14:foregroundMark x1="91504" y1="57227" x2="91504" y2="57227"/>
                        <a14:foregroundMark x1="19434" y1="54883" x2="19434" y2="54883"/>
                        <a14:foregroundMark x1="22266" y1="58105" x2="22266" y2="58105"/>
                        <a14:foregroundMark x1="15625" y1="53516" x2="15625" y2="53516"/>
                        <a14:foregroundMark x1="11914" y1="54883" x2="11914" y2="54883"/>
                        <a14:foregroundMark x1="9766" y1="58496" x2="9766" y2="58496"/>
                        <a14:foregroundMark x1="10645" y1="61914" x2="10645" y2="61914"/>
                        <a14:foregroundMark x1="44629" y1="59375" x2="44629" y2="59375"/>
                        <a14:foregroundMark x1="57910" y1="74023" x2="57910" y2="74023"/>
                        <a14:foregroundMark x1="54688" y1="74609" x2="54688" y2="74609"/>
                        <a14:foregroundMark x1="58594" y1="55469" x2="58594" y2="55469"/>
                        <a14:foregroundMark x1="59668" y1="63477" x2="59668" y2="63477"/>
                        <a14:foregroundMark x1="56641" y1="68555" x2="56641" y2="68555"/>
                        <a14:foregroundMark x1="54297" y1="68555" x2="54297" y2="68555"/>
                        <a14:foregroundMark x1="44043" y1="58496" x2="44043" y2="58496"/>
                        <a14:backgroundMark x1="91504" y1="16797" x2="91504" y2="16797"/>
                        <a14:backgroundMark x1="88281" y1="19336" x2="88281" y2="19336"/>
                        <a14:backgroundMark x1="84668" y1="19531" x2="84668" y2="19531"/>
                        <a14:backgroundMark x1="86328" y1="21094" x2="86328" y2="21094"/>
                        <a14:backgroundMark x1="87207" y1="22754" x2="87207" y2="22754"/>
                        <a14:backgroundMark x1="93652" y1="24512" x2="93652" y2="24512"/>
                        <a14:backgroundMark x1="92969" y1="29004" x2="92969" y2="29004"/>
                        <a14:backgroundMark x1="22266" y1="14160" x2="22266" y2="14160"/>
                        <a14:backgroundMark x1="19238" y1="14453" x2="19238" y2="14453"/>
                        <a14:backgroundMark x1="74707" y1="16797" x2="74707" y2="16797"/>
                        <a14:backgroundMark x1="44824" y1="67773" x2="44824" y2="67773"/>
                        <a14:backgroundMark x1="56445" y1="57617" x2="56445" y2="57617"/>
                        <a14:backgroundMark x1="52344" y1="56152" x2="52344" y2="56152"/>
                        <a14:backgroundMark x1="56250" y1="59961" x2="56250" y2="59961"/>
                        <a14:backgroundMark x1="56250" y1="62988" x2="56250" y2="62988"/>
                        <a14:backgroundMark x1="59277" y1="67285" x2="59277" y2="67285"/>
                        <a14:backgroundMark x1="59473" y1="70117" x2="59473" y2="70117"/>
                        <a14:backgroundMark x1="54688" y1="71191" x2="54688" y2="71191"/>
                        <a14:backgroundMark x1="54492" y1="66211" x2="54492" y2="66211"/>
                        <a14:backgroundMark x1="57324" y1="67969" x2="57324" y2="67969"/>
                        <a14:backgroundMark x1="57520" y1="69629" x2="57520" y2="69629"/>
                        <a14:backgroundMark x1="55371" y1="70117" x2="55371" y2="70117"/>
                        <a14:backgroundMark x1="44629" y1="59473" x2="4462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234" t="44568" b="18272"/>
          <a:stretch/>
        </p:blipFill>
        <p:spPr>
          <a:xfrm>
            <a:off x="5791200" y="3141133"/>
            <a:ext cx="2315634" cy="254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4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 Ahmad Jamil</dc:creator>
  <cp:lastModifiedBy>M. Ahmad Jamil</cp:lastModifiedBy>
  <cp:revision>1</cp:revision>
  <dcterms:created xsi:type="dcterms:W3CDTF">2006-08-16T00:00:00Z</dcterms:created>
  <dcterms:modified xsi:type="dcterms:W3CDTF">2025-04-27T11:24:47Z</dcterms:modified>
</cp:coreProperties>
</file>